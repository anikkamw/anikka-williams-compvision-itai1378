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kka Williams" userId="0234ac51b7bbf84b" providerId="LiveId" clId="{F5F0F907-3E60-4B6B-9392-71DC91A3F14D}"/>
    <pc:docChg chg="modSld">
      <pc:chgData name="Anikka Williams" userId="0234ac51b7bbf84b" providerId="LiveId" clId="{F5F0F907-3E60-4B6B-9392-71DC91A3F14D}" dt="2026-01-28T06:53:05.587" v="62" actId="20577"/>
      <pc:docMkLst>
        <pc:docMk/>
      </pc:docMkLst>
      <pc:sldChg chg="modSp mod">
        <pc:chgData name="Anikka Williams" userId="0234ac51b7bbf84b" providerId="LiveId" clId="{F5F0F907-3E60-4B6B-9392-71DC91A3F14D}" dt="2026-01-28T06:44:48.846" v="2" actId="20577"/>
        <pc:sldMkLst>
          <pc:docMk/>
          <pc:sldMk cId="1224232669" sldId="257"/>
        </pc:sldMkLst>
        <pc:spChg chg="mod">
          <ac:chgData name="Anikka Williams" userId="0234ac51b7bbf84b" providerId="LiveId" clId="{F5F0F907-3E60-4B6B-9392-71DC91A3F14D}" dt="2026-01-28T06:44:48.846" v="2" actId="20577"/>
          <ac:spMkLst>
            <pc:docMk/>
            <pc:sldMk cId="1224232669" sldId="257"/>
            <ac:spMk id="5" creationId="{11A4BA55-6E9B-41D9-B30E-09BEE14451FD}"/>
          </ac:spMkLst>
        </pc:spChg>
      </pc:sldChg>
      <pc:sldChg chg="modSp mod">
        <pc:chgData name="Anikka Williams" userId="0234ac51b7bbf84b" providerId="LiveId" clId="{F5F0F907-3E60-4B6B-9392-71DC91A3F14D}" dt="2026-01-28T06:52:13.542" v="20" actId="20577"/>
        <pc:sldMkLst>
          <pc:docMk/>
          <pc:sldMk cId="102753687" sldId="259"/>
        </pc:sldMkLst>
        <pc:spChg chg="mod">
          <ac:chgData name="Anikka Williams" userId="0234ac51b7bbf84b" providerId="LiveId" clId="{F5F0F907-3E60-4B6B-9392-71DC91A3F14D}" dt="2026-01-28T06:51:45.693" v="19" actId="20577"/>
          <ac:spMkLst>
            <pc:docMk/>
            <pc:sldMk cId="102753687" sldId="259"/>
            <ac:spMk id="2" creationId="{EA2BCE70-C44F-0DDD-DD60-A1DDC6FAA2AF}"/>
          </ac:spMkLst>
        </pc:spChg>
        <pc:spChg chg="mod">
          <ac:chgData name="Anikka Williams" userId="0234ac51b7bbf84b" providerId="LiveId" clId="{F5F0F907-3E60-4B6B-9392-71DC91A3F14D}" dt="2026-01-28T06:52:13.542" v="20" actId="20577"/>
          <ac:spMkLst>
            <pc:docMk/>
            <pc:sldMk cId="102753687" sldId="259"/>
            <ac:spMk id="3" creationId="{1DAB7966-26C6-8424-EB06-2F54D4952086}"/>
          </ac:spMkLst>
        </pc:spChg>
      </pc:sldChg>
      <pc:sldChg chg="modSp mod">
        <pc:chgData name="Anikka Williams" userId="0234ac51b7bbf84b" providerId="LiveId" clId="{F5F0F907-3E60-4B6B-9392-71DC91A3F14D}" dt="2026-01-28T06:53:05.587" v="62" actId="20577"/>
        <pc:sldMkLst>
          <pc:docMk/>
          <pc:sldMk cId="431794442" sldId="261"/>
        </pc:sldMkLst>
        <pc:graphicFrameChg chg="modGraphic">
          <ac:chgData name="Anikka Williams" userId="0234ac51b7bbf84b" providerId="LiveId" clId="{F5F0F907-3E60-4B6B-9392-71DC91A3F14D}" dt="2026-01-28T06:53:05.587" v="62" actId="20577"/>
          <ac:graphicFrameMkLst>
            <pc:docMk/>
            <pc:sldMk cId="431794442" sldId="261"/>
            <ac:graphicFrameMk id="4" creationId="{D1D7E0D7-8812-BEEB-5180-BF81B4AEDCBE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DF044-6EC1-9775-9EFE-B6FEA59E9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E21644-4CA5-0F07-AA4E-BFB401C14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FA9EA-6556-F4D2-D51F-2D38B686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459D-F228-4034-A066-8BDD77158FF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1C839-D743-234A-B089-CF8F6134A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FA996-41BB-472E-14B5-0CC32F21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4D5A-1187-4B17-8F44-8E343CBE7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5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3C34B-7527-08FA-ADB2-463B135D2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9E788-E8BF-1512-37C2-EBF7C4D3C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8281E-8FAE-5B10-E6A7-76CA3D2B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459D-F228-4034-A066-8BDD77158FF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1CCAF-8393-47BF-FE6F-0BD103C43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1B78B-D860-5FC8-0ADF-5A2C4F16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4D5A-1187-4B17-8F44-8E343CBE7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16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EBC14-4882-AF64-2FDC-317171CD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3106D-2EC8-96EB-54DD-29154DAEA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3DF27-AF69-A6D0-C47E-CB06BA0C5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459D-F228-4034-A066-8BDD77158FF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5D2D1-248A-847F-64BE-C977F534A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B9CC5-8A79-B25A-14D3-E99C5FAA1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4D5A-1187-4B17-8F44-8E343CBE7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0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50685-A88F-7193-81D1-A025E9F64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F046A-02A7-912B-E24D-E800EB4E02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DE32B-A531-DDCA-8917-403EC9FA1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76390-8596-DB48-565C-AF239302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459D-F228-4034-A066-8BDD77158FF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B1F17-C99E-774A-A99B-0A846F431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F4FCC-1173-2A91-EFC0-706637E2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4D5A-1187-4B17-8F44-8E343CBE7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49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45831-84BE-F9EA-9FA5-C274438D4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902A9-0B7B-84DD-F350-6DCFEC2C3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F93A6-016A-6B0A-2DF3-F2687955C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76DB0-E088-1F50-B6C1-62C656309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3D6ED6-78F1-0387-63F7-52B57D827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3CDE12-FC5B-75D8-E6AB-96D9B2E06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459D-F228-4034-A066-8BDD77158FF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3CEC0-CF3A-37A9-C076-608E0CF11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ED6145-DD51-19D3-5180-AA2B8181E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4D5A-1187-4B17-8F44-8E343CBE7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69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C9CB-75C3-6B91-299A-60E93ED1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078F8-754C-ED35-E83D-B4595FF7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459D-F228-4034-A066-8BDD77158FF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58BEA-5BF4-D899-1A71-52D6490A9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A8638-ED4D-3C9D-0660-3D5D81E3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4D5A-1187-4B17-8F44-8E343CBE7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EBCAB-0FF9-1EAD-C40E-57DA0AC91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459D-F228-4034-A066-8BDD77158FF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A63B5-DFF4-5654-3F31-D7D53976B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64A86-25A6-8F1B-EDE7-0811A5D5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4D5A-1187-4B17-8F44-8E343CBE7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10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CC2D6-3A71-77EC-A94E-AE6002A01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54C55-5107-28BF-8FB4-34DA77C16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9143A-6E6A-365C-5717-7514DD3D7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F7AEA-CE5C-F9FF-2615-05154FE20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459D-F228-4034-A066-8BDD77158FF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AF6AF-D2B7-016B-9315-6FBBBFE3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A8BDF-6D59-62A1-AEC0-9C3A7C1C3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4D5A-1187-4B17-8F44-8E343CBE7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50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1A105-186A-A50C-7458-01B93AEBF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30E8AF-DA8D-D48E-993B-A68832BCD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59A2D-1D2E-04DB-B677-E52F72062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93EF5-6C44-1404-C0D4-E9AE1CCC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459D-F228-4034-A066-8BDD77158FF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95CC7-2426-2E92-55E2-8437E207F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37BA4-4FF4-FB22-EA11-49284411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4D5A-1187-4B17-8F44-8E343CBE7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269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E002B-EEBD-D3CE-EFF2-F1682E65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6FBAD-5F42-124B-CE8F-B15FB465C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830AC-26DD-E781-BDBC-694CD614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459D-F228-4034-A066-8BDD77158FF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1B6CD-1B9F-6C20-21EB-8A3171FF0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3FB00-7695-8F02-B301-EFF99AC3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4D5A-1187-4B17-8F44-8E343CBE7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85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9314F-23BB-B3DB-D0E4-7E5015DE0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D1CA4-F3BB-5E9F-3CEB-7F55D7691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A379A-E8D2-3025-80A1-DCD48B0F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459D-F228-4034-A066-8BDD77158FF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6326E-3BEE-DF41-1EEF-5B0B67508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62CD1-119D-3B0B-6E11-3C5BBE7F3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4D5A-1187-4B17-8F44-8E343CBE7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17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4043B-3CA4-AAE9-2B2A-9535E8EC3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FE8BE-F6C8-5782-7482-15CAA811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2BB47-C292-FF55-DBC9-ACA8C0CCB8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DF459D-F228-4034-A066-8BDD77158FF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6A2C-5326-0443-2A7A-8558C5247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5D430-FDAB-D304-0B73-AE283BE35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64D5A-1187-4B17-8F44-8E343CBE7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pixabay.com/pt/vectors/desenhos-animados-cozinheiro-chefe-1299636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pt/vectors/desenhos-animados-cozinheiro-chefe-1299636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pt/vectors/desenhos-animados-cozinheiro-chefe-1299636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pt/vectors/desenhos-animados-cozinheiro-chefe-1299636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pt/vectors/desenhos-animados-cozinheiro-chefe-1299636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pt/vectors/desenhos-animados-cozinheiro-chefe-129963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071E79-E8C4-5310-988D-0350B09A3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3286"/>
            <a:ext cx="12281636" cy="70212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A4A18B-F3F5-AA25-851E-B4FA4FEC3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554554" y="3255962"/>
            <a:ext cx="2727082" cy="36117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4470280-E6BB-E788-9AE2-66C028CAE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028"/>
            <a:ext cx="10515600" cy="1469571"/>
          </a:xfrm>
        </p:spPr>
        <p:txBody>
          <a:bodyPr>
            <a:normAutofit/>
          </a:bodyPr>
          <a:lstStyle/>
          <a:p>
            <a:r>
              <a:rPr lang="en-US" dirty="0"/>
              <a:t>The Royal Banquet of Image Formats</a:t>
            </a: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B08E7F95-924B-3D06-B76F-6BC9F5E5562B}"/>
              </a:ext>
            </a:extLst>
          </p:cNvPr>
          <p:cNvSpPr/>
          <p:nvPr/>
        </p:nvSpPr>
        <p:spPr>
          <a:xfrm rot="18041326">
            <a:off x="7727614" y="3265848"/>
            <a:ext cx="2300017" cy="183265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Join me on a culinary tour!</a:t>
            </a:r>
          </a:p>
        </p:txBody>
      </p:sp>
    </p:spTree>
    <p:extLst>
      <p:ext uri="{BB962C8B-B14F-4D97-AF65-F5344CB8AC3E}">
        <p14:creationId xmlns:p14="http://schemas.microsoft.com/office/powerpoint/2010/main" val="351740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58F1F0-3A6F-77E8-EE77-64436E6D7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086"/>
            <a:ext cx="12192000" cy="69450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FD13D4-D5FF-43AB-0723-759899B3B8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08029" y="3562833"/>
            <a:ext cx="2495379" cy="33049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890F66-A680-BF11-011B-8C1FE79A5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Appetizer-JPEG slider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A4BA55-6E9B-41D9-B30E-09BEE1445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compressed bite designed for quick eats. It does lose some size ( or data) through DCT compression. It’s the perfect snack for any digital occasion. </a:t>
            </a:r>
          </a:p>
          <a:p>
            <a:pPr marL="0" indent="0">
              <a:buNone/>
            </a:pPr>
            <a:r>
              <a:rPr lang="en-US" dirty="0"/>
              <a:t>Be carful of crusty edges also know as artifacts if you reheat to many times!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8BBC8-D071-2F0D-4F17-59229645F603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008813" y="2505075"/>
            <a:ext cx="5183187" cy="368458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232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81B51B-C282-611B-AF63-04F95B5C9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AB1FC1-E927-3525-5A2F-B542FCF7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Palate Cleanser: PNG Punch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44FBC1-7FEA-43B0-1CBF-A4A9DC536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punch is magical! A refreshing drink that uses LZ compression to savor every bit of flavor(Lossless).</a:t>
            </a:r>
          </a:p>
          <a:p>
            <a:pPr marL="0" indent="0">
              <a:buNone/>
            </a:pPr>
            <a:r>
              <a:rPr lang="en-US" dirty="0"/>
              <a:t>Severed in a clear glass that supports full transparency 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02959-7A46-9246-A908-0FB4F4472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554554" y="3255962"/>
            <a:ext cx="2727082" cy="361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3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F63715-A304-F795-40A1-F40F6DD10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971" y="0"/>
            <a:ext cx="123796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2BCE70-C44F-0DDD-DD60-A1DDC6FA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Main Course: The BMP Brisket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B7966-26C6-8424-EB06-2F54D4952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dish is only for the brave. Pure unprocessed sensor data straight from the source. Providing the ultimate flavor for workflows.</a:t>
            </a:r>
          </a:p>
          <a:p>
            <a:pPr marL="0" indent="0">
              <a:buNone/>
            </a:pPr>
            <a:r>
              <a:rPr lang="en-US" dirty="0"/>
              <a:t>Massive in size this requires a professional chef to prepare properly before it is ready to serve.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096D56-6E6D-12AF-CBDD-1D3789A25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554554" y="3592286"/>
            <a:ext cx="2727082" cy="327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3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5D98C6-880C-EAB4-9B98-45EC52733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FF58ED-E653-608B-9FF6-85A7EEF5F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Grand Dessert: The TIFF Treats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4128B-2F8A-E5FF-BB80-9E282A285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rich, heavy dessert that supports layered images and stacks.</a:t>
            </a:r>
          </a:p>
          <a:p>
            <a:pPr marL="0" indent="0">
              <a:buNone/>
            </a:pPr>
            <a:r>
              <a:rPr lang="en-US" dirty="0"/>
              <a:t>Favored by the royals for using RGB/CMYK color models to ensure it looks immaculate.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E31B00-E6CD-A315-3204-D30A4B171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554554" y="3255962"/>
            <a:ext cx="2727082" cy="361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44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3BA965-D430-70C8-F84A-C3419330D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AF622C-29FF-5DD8-FB96-A32D217F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Royal Decree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D7E0D7-8812-BEEB-5180-BF81B4AEDC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1588249"/>
              </p:ext>
            </p:extLst>
          </p:nvPr>
        </p:nvGraphicFramePr>
        <p:xfrm>
          <a:off x="838200" y="1825625"/>
          <a:ext cx="7010398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7765485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08342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Dish (Format)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Special Ingredient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50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JPEG Slider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DCT Compression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513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PNG Punch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LZ Compression(Lossless)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5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BMP Brisket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Unprocessed (Giant </a:t>
                      </a:r>
                      <a:r>
                        <a:rPr lang="en-US"/>
                        <a:t>file size)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83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TIFF Treats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CMYK/RGB &amp; Image Stacks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25107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9902E85-A2B2-4C6C-AD7F-6D48F1BCE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554554" y="3255962"/>
            <a:ext cx="2727082" cy="361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94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220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The Royal Banquet of Image Formats</vt:lpstr>
      <vt:lpstr>The Appetizer-JPEG slider</vt:lpstr>
      <vt:lpstr>The Palate Cleanser: PNG Punch</vt:lpstr>
      <vt:lpstr>The Main Course: The BMP Brisket</vt:lpstr>
      <vt:lpstr>The Grand Dessert: The TIFF Treats</vt:lpstr>
      <vt:lpstr>The Royal Decree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Anikka Williams</dc:creator>
  <cp:lastModifiedBy>Anikka Williams</cp:lastModifiedBy>
  <cp:revision>1</cp:revision>
  <dcterms:created xsi:type="dcterms:W3CDTF">2026-01-28T05:08:49Z</dcterms:created>
  <dcterms:modified xsi:type="dcterms:W3CDTF">2026-01-28T06:53:08Z</dcterms:modified>
</cp:coreProperties>
</file>